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7784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2376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0" y="0"/>
            <a:ext cx="4041648" cy="2743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0" y="868680"/>
            <a:ext cx="4041648" cy="2743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0" y="1737360"/>
            <a:ext cx="4041648" cy="2743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029200" y="2606040"/>
            <a:ext cx="4041648" cy="2743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3474720"/>
            <a:ext cx="4041648" cy="2743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4343400"/>
            <a:ext cx="4041648" cy="274320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5486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8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STARTUP PITCH 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10972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KiranaTrack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457200" y="2148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Expiry. Tracked. Losses Stopped.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2788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smart, superlight inventory tracker for every kirana store — desktop, tablet &amp; mobile.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4572000" cy="91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Rajeshwar Shingade  ·  Data Analyst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1005840"/>
            <a:ext cx="2377440" cy="301752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92240" y="1005840"/>
            <a:ext cx="237744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005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KiranaTrack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481328"/>
            <a:ext cx="237744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14813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92240" y="1847088"/>
            <a:ext cx="2377440" cy="32004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18470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Products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92240" y="2212848"/>
            <a:ext cx="2377440" cy="32004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22128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Analytics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2578608"/>
            <a:ext cx="2377440" cy="32004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5" name="Text 33"/>
          <p:cNvSpPr/>
          <p:nvPr/>
        </p:nvSpPr>
        <p:spPr>
          <a:xfrm>
            <a:off x="6629400" y="25786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History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92240" y="2944368"/>
            <a:ext cx="2377440" cy="32004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7" name="Text 35"/>
          <p:cNvSpPr/>
          <p:nvPr/>
        </p:nvSpPr>
        <p:spPr>
          <a:xfrm>
            <a:off x="6629400" y="29443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Settings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Stores Are Bleeding Money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12 million+ kirana stores. Most track inventory on paper — leading to massive, avoidable losses.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4023360" cy="12344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11680"/>
            <a:ext cx="64008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</a:rPr>
              <a:t>⏰  Expired Products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Items expire unnoticed.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Owners discover loss only after disposal.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011680"/>
            <a:ext cx="4023360" cy="12344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011680"/>
            <a:ext cx="64008" cy="1234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2121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</a:rPr>
              <a:t>📋  Paper Chaos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Manual ledgers are error-prone.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No search, no filter, no history.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4023360" cy="12344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64008" cy="1234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</a:rPr>
              <a:t>📊  Zero Analytics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No data on trends, best sellers,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or seasonal patterns.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429000"/>
            <a:ext cx="4023360" cy="12344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429000"/>
            <a:ext cx="64008" cy="1234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5387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0D0D"/>
                </a:solidFill>
              </a:rPr>
              <a:t>💸  Silent Losses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Losses accumulate daily without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any alert or tracking system.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61772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</a:rPr>
              <a:t>₹30,000 – ₹80,000 in annual losses per store due to expired &amp; untracked inventory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KiranaTrack — One App. Zero Losses.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2743200" cy="15087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276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Expiry Tracking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Real-time expiry status for every product. Color-coded: Green / Yellow / Red.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1463040"/>
            <a:ext cx="2743200" cy="15087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4408" y="14630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01568" y="16276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01568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Alerts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Get alerts before products expire. Never miss a critical date again.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08776" y="1463040"/>
            <a:ext cx="2743200" cy="15087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08776" y="146304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345936" y="162763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45936" y="2057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Visual Analytics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45936" y="23774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Charts, trends, and category-wise breakdown. Understand your store data.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54680"/>
            <a:ext cx="2743200" cy="15087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1546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3192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📜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History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Complete audit trail. Track what expired, what sold, what was disposed.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64408" y="3154680"/>
            <a:ext cx="2743200" cy="15087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31546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401568" y="33192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🌙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401568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Dark / Light Mode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01568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Comfortable for day or night operations. Fully accessible UI.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08776" y="3154680"/>
            <a:ext cx="2743200" cy="150876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3154680"/>
            <a:ext cx="274320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345936" y="33192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345936" y="3749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Superlight App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45936" y="4069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Single HTML file. No install, no backend needed. Opens instantly anywhere.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4-Step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40280" y="2148840"/>
            <a:ext cx="320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42316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" y="24505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</a:rPr>
              <a:t>Add Products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9768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Enter product name, batch number, purchase date, expiry date &amp; quantity in seconds.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0" y="2148840"/>
            <a:ext cx="320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146304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306324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78608" y="24505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</a:rPr>
              <a:t>Auto Classification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78608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App instantly classifies each item as Good, Expiring Soon, or Expired — color coded.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7960" y="2148840"/>
            <a:ext cx="320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19933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146304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27448" y="24505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</a:rPr>
              <a:t>Monitor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27448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Live dashboard shows total products, expired count, alerts &amp; inventory health at a glance.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766560" y="1463040"/>
            <a:ext cx="19202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14630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9"/>
          <p:cNvSpPr/>
          <p:nvPr/>
        </p:nvSpPr>
        <p:spPr>
          <a:xfrm>
            <a:off x="7360920" y="16002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76288" y="2450592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0D0D"/>
                </a:solidFill>
              </a:rPr>
              <a:t>Take Action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76288" y="2926080"/>
            <a:ext cx="17007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Dispose, restock or update items. History log records every action for accountability.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</a:rPr>
              <a:t>CROSS-PLATFORM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Every Device, Everywhere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No app store. No installation. Just open the link — it works.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965960" cy="27432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965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Desktop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Windows / macOS / Linux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600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520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 sidebar layout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828800"/>
            <a:ext cx="1965960" cy="27432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96312" y="1965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96312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Mobile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96312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Android / iOS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79192" y="3520440"/>
            <a:ext cx="1600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679192" y="3520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Touch-optimized UI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72584" y="1828800"/>
            <a:ext cx="1965960" cy="27432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72584" y="1965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📟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72584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72584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iPad / Android Tab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55464" y="3520440"/>
            <a:ext cx="1600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55464" y="3520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Adaptive grid layout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48856" y="1828800"/>
            <a:ext cx="1965960" cy="27432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48856" y="196596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48856" y="2651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Any Browser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48856" y="3063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Chrome / Firefox / Safari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31736" y="3520440"/>
            <a:ext cx="160020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031736" y="352044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 install needed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</a:rPr>
              <a:t>⚡  Superlight — Single HTML file · No backend · Loads in &lt; 1 second · Works offline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COMPETITIVE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KiranaTrack Wins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24028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150876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417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Vyapar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0" y="1417320"/>
            <a:ext cx="150876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0" name="Text 8"/>
          <p:cNvSpPr/>
          <p:nvPr/>
        </p:nvSpPr>
        <p:spPr>
          <a:xfrm>
            <a:off x="4206240" y="1417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Zoho Inventory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1417320"/>
            <a:ext cx="1508760" cy="4114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12" name="Text 10"/>
          <p:cNvSpPr/>
          <p:nvPr/>
        </p:nvSpPr>
        <p:spPr>
          <a:xfrm>
            <a:off x="5806440" y="1417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Marg ERP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06640" y="1417320"/>
            <a:ext cx="150876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1417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KiranaTrack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874520"/>
            <a:ext cx="22402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874520"/>
            <a:ext cx="224028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Expiry Tracking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06040" y="1874520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874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206240" y="1874520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0" y="1874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⚠️ Basic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1874520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22" name="Text 20"/>
          <p:cNvSpPr/>
          <p:nvPr/>
        </p:nvSpPr>
        <p:spPr>
          <a:xfrm>
            <a:off x="5806440" y="1874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⚠️ Complex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1874520"/>
            <a:ext cx="1508760" cy="40233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1874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Core Feature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313432"/>
            <a:ext cx="22402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313432"/>
            <a:ext cx="224028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Works Without Internet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06040" y="2313432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606040" y="23134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2313432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0" y="23134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806440" y="2313432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806440" y="23134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2313432"/>
            <a:ext cx="1508760" cy="40233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4" name="Text 32"/>
          <p:cNvSpPr/>
          <p:nvPr/>
        </p:nvSpPr>
        <p:spPr>
          <a:xfrm>
            <a:off x="7406640" y="2313432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2752344"/>
            <a:ext cx="22402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2752344"/>
            <a:ext cx="224028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No Installation Needed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2752344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8" name="Text 36"/>
          <p:cNvSpPr/>
          <p:nvPr/>
        </p:nvSpPr>
        <p:spPr>
          <a:xfrm>
            <a:off x="2606040" y="275234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06240" y="2752344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275234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06440" y="2752344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42" name="Text 40"/>
          <p:cNvSpPr/>
          <p:nvPr/>
        </p:nvSpPr>
        <p:spPr>
          <a:xfrm>
            <a:off x="5806440" y="275234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752344"/>
            <a:ext cx="1508760" cy="40233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44" name="Text 42"/>
          <p:cNvSpPr/>
          <p:nvPr/>
        </p:nvSpPr>
        <p:spPr>
          <a:xfrm>
            <a:off x="7406640" y="2752344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Single File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74320" y="3191256"/>
            <a:ext cx="22402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274320" y="3191256"/>
            <a:ext cx="224028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Mobile Optimized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3191256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606040" y="31912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⚠️ App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06240" y="3191256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4206240" y="31912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⚠️ Partial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806440" y="3191256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5806440" y="31912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No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06640" y="3191256"/>
            <a:ext cx="1508760" cy="40233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54" name="Text 52"/>
          <p:cNvSpPr/>
          <p:nvPr/>
        </p:nvSpPr>
        <p:spPr>
          <a:xfrm>
            <a:off x="7406640" y="3191256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Full Support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74320" y="3630168"/>
            <a:ext cx="224028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3630168"/>
            <a:ext cx="224028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Free / Lightweight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06040" y="3630168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58" name="Text 56"/>
          <p:cNvSpPr/>
          <p:nvPr/>
        </p:nvSpPr>
        <p:spPr>
          <a:xfrm>
            <a:off x="260604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💰 Paid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206240" y="3630168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0" name="Text 58"/>
          <p:cNvSpPr/>
          <p:nvPr/>
        </p:nvSpPr>
        <p:spPr>
          <a:xfrm>
            <a:off x="420624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💰 Paid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06440" y="3630168"/>
            <a:ext cx="1508760" cy="402336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62" name="Text 60"/>
          <p:cNvSpPr/>
          <p:nvPr/>
        </p:nvSpPr>
        <p:spPr>
          <a:xfrm>
            <a:off x="580644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💰 Expensive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406640" y="3630168"/>
            <a:ext cx="1508760" cy="40233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3630168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Free &amp; Light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274320" y="4069080"/>
            <a:ext cx="224028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274320" y="4069080"/>
            <a:ext cx="2240280" cy="40233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Easy for Non-Tech Users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606040" y="4069080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2606040" y="40690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⚠️ Medium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206240" y="4069080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206240" y="40690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⚠️ Complex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806440" y="4069080"/>
            <a:ext cx="1508760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5806440" y="40690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0D0D"/>
                </a:solidFill>
              </a:rPr>
              <a:t>❌ Hard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4069080"/>
            <a:ext cx="1508760" cy="402336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74" name="Text 72"/>
          <p:cNvSpPr/>
          <p:nvPr/>
        </p:nvSpPr>
        <p:spPr>
          <a:xfrm>
            <a:off x="7406640" y="406908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✅ Super Simple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</a:rPr>
              <a:t>REAL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Tell the Story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1965960" cy="20116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0040" y="24871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Kirana Stores in India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8529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Unorganized retail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463040"/>
            <a:ext cx="1965960" cy="20116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463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496312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₹30K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96312" y="24871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Avg. Annual Loss / Store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96312" y="28529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Due to expired stock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463040"/>
            <a:ext cx="1965960" cy="20116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463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672584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72584" y="24871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Track on Paper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72584" y="28529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No digital tool used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48856" y="1463040"/>
            <a:ext cx="1965960" cy="20116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46304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848856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48856" y="248716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Easy Free Tools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8856" y="285292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</a:rPr>
              <a:t>For expiry management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KiranaTrack Directly Solves: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✅  Alerts before expiry — reduces waste by up to 60%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✅  Dashboard replaces paper registers — saves 30 min/day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✅  Free, works on any device — zero friction adoption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PRODUCT DEEP DIVE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Powerful Modules, 1 Lightweight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444752"/>
            <a:ext cx="2743200" cy="35204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44752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</a:rPr>
              <a:t>📊  Dashboard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20848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Live inventory health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706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Expired / Expiring / Good counts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4564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Quick-add button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1422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Top expiring items list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27832" y="1444752"/>
            <a:ext cx="2743200" cy="35204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1444752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3364992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</a:rPr>
              <a:t>📦  Products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364992" y="20848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3575304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Add/edit/delete products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64992" y="27706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3575304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Batch &amp; quantity tracking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34564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3575304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Color-coded expiry status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64992" y="41422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3575304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Instant search &amp; filter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81344" y="1444752"/>
            <a:ext cx="2743200" cy="35204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81344" y="1444752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318504" y="1554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0D0D"/>
                </a:solidFill>
              </a:rPr>
              <a:t>📈  Analytics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18504" y="20848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28816" y="2029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Category-wise breakdown charts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18504" y="27706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28816" y="27157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Monthly expiry trend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18504" y="34564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28816" y="34015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Loss estimation graph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18504" y="4142232"/>
            <a:ext cx="137160" cy="1371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6528816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Top product categories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663440"/>
            <a:ext cx="201168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📜  History Log — full audit trail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450592" y="4663440"/>
            <a:ext cx="201168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1" name="Text 39"/>
          <p:cNvSpPr/>
          <p:nvPr/>
        </p:nvSpPr>
        <p:spPr>
          <a:xfrm>
            <a:off x="2450592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🌙  Dark Mode — eye comfort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26864" y="4663440"/>
            <a:ext cx="201168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3" name="Text 41"/>
          <p:cNvSpPr/>
          <p:nvPr/>
        </p:nvSpPr>
        <p:spPr>
          <a:xfrm>
            <a:off x="4626864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⚙️  Settings — customize alerts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803136" y="4663440"/>
            <a:ext cx="2011680" cy="347472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45" name="Text 43"/>
          <p:cNvSpPr/>
          <p:nvPr/>
        </p:nvSpPr>
        <p:spPr>
          <a:xfrm>
            <a:off x="6803136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</a:rPr>
              <a:t>📱  PWA Ready — add to homescreen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</a:rPr>
              <a:t>OUR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 Every Kirana Store in India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5303520" cy="74980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63040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🆓  Free Forever 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01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Core expiry tracking free for small stores. No barriers to adoption.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5303520" cy="74980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313432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591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☁️  Cloud Sync (Roadmap)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Multi-device sync and backup coming. Your data, always safe.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163824"/>
            <a:ext cx="5303520" cy="74980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63824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0954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📲  SMS/WhatsApp Alerts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502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Push expiry alerts via SMS/WhatsApp for stores without smartphones.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014216"/>
            <a:ext cx="5303520" cy="74980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4014216"/>
            <a:ext cx="54864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599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Supplier Integration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525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Connect directly with distributors for auto-restock on expiry.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97880" y="1463040"/>
            <a:ext cx="2926080" cy="340156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97880" y="1463040"/>
            <a:ext cx="29260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989320" y="15727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Market Opportunity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89320" y="2057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98932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Kirana Stores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2926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$80B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989320" y="3410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Unorganized Retail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932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989320" y="4279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Digitized Today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Mission: Make smart inventory management accessible to every Indian shopkeeper — free &amp; simple.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1828800"/>
            <a:ext cx="5486400" cy="548640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kirana retail together.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7452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Rajeshwar Shingade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1463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505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Analyst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5669280" cy="38404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9718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✉️  Email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shingade27r@gmail.com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5669280" cy="38404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3429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🌐  Website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429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rajeshwarshingade.me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5669280" cy="38404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886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💼  LinkedIn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38862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linkedin.com/in/rajeshwarshingade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5669280" cy="384048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43434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🐙  GitHub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4343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github.com/rajeshwarshingade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1097280"/>
            <a:ext cx="2331720" cy="36576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1097280"/>
            <a:ext cx="2331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37160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KiranaTrack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19659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</a:rPr>
              <a:t>Expiry Ledger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83680" y="237744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📦 Track Inventory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🔔 Expiry Alerts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📊 Analytics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📜 History 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🌙 Dark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</a:rPr>
              <a:t>⚡ Superlight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KiranaTrack  ·  Smart Expiry &amp; Inventory Tracker  ·  Free &amp; Lightweight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KiranaTrack — Startup Pitch Deck</dc:title>
  <dc:subject>PptxGenJS Presentation</dc:subject>
  <dc:creator>Rajeshwar Shingade</dc:creator>
  <cp:lastModifiedBy>Rajeshwar Shingade</cp:lastModifiedBy>
  <cp:revision>1</cp:revision>
  <dcterms:created xsi:type="dcterms:W3CDTF">2026-05-02T02:08:07Z</dcterms:created>
  <dcterms:modified xsi:type="dcterms:W3CDTF">2026-05-02T02:08:07Z</dcterms:modified>
</cp:coreProperties>
</file>